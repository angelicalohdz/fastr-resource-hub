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0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706D"/>
                </a:solidFill>
              </a:defRPr>
            </a:pPr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